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52AB-5A63-D2DF-0787-D6E40989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32DF5-C143-3457-9BB1-30CC97C66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B8C00-AD33-AEA0-EBC9-D06878295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A710C-DBBF-DD76-1A31-968F04001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79716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0DFA9-7E34-7CCA-6091-87140F89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A22E5-AEE1-9E8C-CA91-69F763B4D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78FAF-5B14-358A-0F27-784732FCA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93764-22B6-2580-AF3C-01936A9E2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31257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12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2819400" y="2590800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Neural Networks 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15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4000500" y="481586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/>
              <a:t>Agenda 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CD8D-359F-26E4-4CF9-BA65445F9A29}"/>
              </a:ext>
            </a:extLst>
          </p:cNvPr>
          <p:cNvSpPr txBox="1">
            <a:spLocks/>
          </p:cNvSpPr>
          <p:nvPr/>
        </p:nvSpPr>
        <p:spPr>
          <a:xfrm>
            <a:off x="587247" y="1175366"/>
            <a:ext cx="8229600" cy="2684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What is a Neural Network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Biological Inspiration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Perception Model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Activation Functions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Forward &amp; Backward Propagation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What is Neural Network?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13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 mathematical model inspired by the human brain.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Learns patterns from data using neurons and weights.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Foundation of modern AI applications (vision, speech, NLP).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295400" y="914400"/>
            <a:ext cx="92964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Biological Inspiration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2684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Neurons receive inputs → process → send signals to others.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Artificial Neurons mimic this via inputs, weights, and activations.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IN" dirty="0"/>
              <a:t>Illustration: biological vs. artificial neuron diagram.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55027" y="110628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Perception Model</a:t>
            </a:r>
            <a:endParaRPr lang="en-US" sz="32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C649BB-7CF6-3CF5-7E20-1B91344EFBDD}"/>
              </a:ext>
            </a:extLst>
          </p:cNvPr>
          <p:cNvSpPr txBox="1">
            <a:spLocks/>
          </p:cNvSpPr>
          <p:nvPr/>
        </p:nvSpPr>
        <p:spPr>
          <a:xfrm>
            <a:off x="855027" y="1981200"/>
            <a:ext cx="8229600" cy="323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Simplest form of NN – single layer.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Performs binary classification using:</a:t>
            </a:r>
            <a:br>
              <a:rPr lang="en-IN" dirty="0"/>
            </a:br>
            <a:r>
              <a:rPr lang="en-IN" dirty="0"/>
              <a:t>y=f(∑wixi+b)y = f(\sum w_i x_i + b)y=f(∑wi​xi​+b)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Limitation: Can’t model non-linear problems.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Activation Functions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679707" y="1828800"/>
            <a:ext cx="8436420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Sigmoid – squashes values 0–1.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Tanh – centers around 0.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ReLU – most used for deep nets.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Visual comparison graph of functions.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786C-BD9D-39D8-6E59-A136B93E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19E200A-CEA7-4174-A43A-A9D3A94262AC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278C602-E19C-CAAF-C497-7459BA76C9B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98FACB0-4330-ED01-1C22-8B4A41053D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0159395-3BF7-2284-99B9-6FC44D63E685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2C54111-483A-5E5F-B8B2-B59BC6826D1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66CA42D-CBA0-36D8-5764-C4FE555D8D1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Forward Propogation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2949BE-0477-CC06-E41B-18775ECE5FCC}"/>
              </a:ext>
            </a:extLst>
          </p:cNvPr>
          <p:cNvSpPr txBox="1"/>
          <p:nvPr/>
        </p:nvSpPr>
        <p:spPr>
          <a:xfrm>
            <a:off x="679707" y="1828800"/>
            <a:ext cx="8436420" cy="1668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Inputs × Weights → Summation → Activation → Output.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neuron transforms and passes signal to next layer.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70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6379-E9A7-69EF-293E-2BB7BFAA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FAD60C8-BE01-40C4-0DA4-2965BC2DC879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EAE28F46-74A4-8D60-78A1-D1FFD7558492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B05C19B-C549-FD27-39F4-10D656CB5EF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372DB1E-7701-C5E9-6F06-70F72A721952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212FD9D8-974A-309A-D441-896BE30875B8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25F0FEE7-54F9-24AE-AA22-E20198B456A8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Backward Propogation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6EF025-94AB-8922-6856-608C03F8DC86}"/>
              </a:ext>
            </a:extLst>
          </p:cNvPr>
          <p:cNvSpPr txBox="1"/>
          <p:nvPr/>
        </p:nvSpPr>
        <p:spPr>
          <a:xfrm>
            <a:off x="679707" y="1828800"/>
            <a:ext cx="8436420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Adjusts weights by calculating errors from output backwards.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Gradient Descent to minimize Loss.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Formula snippet: </a:t>
            </a:r>
            <a:r>
              <a:rPr lang="en-IN" dirty="0" err="1"/>
              <a:t>wnew</a:t>
            </a:r>
            <a:r>
              <a:rPr lang="en-IN" dirty="0"/>
              <a:t>=</a:t>
            </a:r>
            <a:r>
              <a:rPr lang="en-IN" dirty="0" err="1"/>
              <a:t>wold</a:t>
            </a:r>
            <a:r>
              <a:rPr lang="en-IN" dirty="0"/>
              <a:t>−</a:t>
            </a:r>
            <a:r>
              <a:rPr lang="el-GR" dirty="0"/>
              <a:t>η∂</a:t>
            </a:r>
            <a:r>
              <a:rPr lang="en-IN" dirty="0" err="1"/>
              <a:t>L∂ww</a:t>
            </a:r>
            <a:r>
              <a:rPr lang="en-IN" dirty="0"/>
              <a:t>_{new} = w_{old} - \eta \frac{∂L}{∂w}</a:t>
            </a:r>
            <a:r>
              <a:rPr lang="en-IN" dirty="0" err="1"/>
              <a:t>wnew</a:t>
            </a:r>
            <a:r>
              <a:rPr lang="en-IN" dirty="0"/>
              <a:t>​=</a:t>
            </a:r>
            <a:r>
              <a:rPr lang="en-IN" dirty="0" err="1"/>
              <a:t>wold</a:t>
            </a:r>
            <a:r>
              <a:rPr lang="en-IN" dirty="0"/>
              <a:t>​−</a:t>
            </a:r>
            <a:r>
              <a:rPr lang="el-GR" dirty="0"/>
              <a:t>η∂</a:t>
            </a:r>
            <a:r>
              <a:rPr lang="en-IN" dirty="0" err="1"/>
              <a:t>w∂L</a:t>
            </a:r>
            <a:r>
              <a:rPr lang="en-IN" dirty="0"/>
              <a:t>​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939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10282</TotalTime>
  <Words>446</Words>
  <Application>Microsoft Macintosh PowerPoint</Application>
  <PresentationFormat>Widescreen</PresentationFormat>
  <Paragraphs>48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25</cp:revision>
  <dcterms:created xsi:type="dcterms:W3CDTF">2025-09-17T13:52:51Z</dcterms:created>
  <dcterms:modified xsi:type="dcterms:W3CDTF">2025-10-15T16:58:43Z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